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>
    <p:sldMasterId id="2147483661" r:id="rId1"/>
  </p:sldMasterIdLst>
  <p:notesMasterIdLst>
    <p:notesMasterId r:id="rId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6857895" cy="9143861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marL="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1pPr>
    <a:lvl2pPr marL="457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2pPr>
    <a:lvl3pPr marL="914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3pPr>
    <a:lvl4pPr marL="13716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4pPr>
    <a:lvl5pPr marL="18288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5pPr>
    <a:lvl6pPr marL="22860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6pPr>
    <a:lvl7pPr marL="2743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7pPr>
    <a:lvl8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8pPr>
    <a:lvl9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pitchFamily="0" charset="0"/>
        <a:ea typeface="宋体" pitchFamily="0" charset="0"/>
        <a:cs typeface="Droid Sans" pitchFamily="0" charset="0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>
  <p:showPr showNarration="1"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>
  <p:normalViewPr>
    <p:restoredLeft sz="15611" autoAdjust="0"/>
    <p:restoredTop sz="99500" autoAdjust="0"/>
  </p:normalViewPr>
  <p:slideViewPr>
    <p:cSldViewPr snapToGrid="0" snapToObjects="1">
      <p:cViewPr varScale="1">
        <p:scale>
          <a:sx n="112" d="100"/>
          <a:sy n="112" d="100"/>
        </p:scale>
        <p:origin x="0" y="0"/>
      </p:cViewPr>
      <p:guideLst/>
    </p:cSldViewPr>
  </p:slideViewPr>
  <p:outlineViewPr>
    <p:cViewPr>
      <p:scale>
        <a:sx n="33" d="100"/>
        <a:sy n="33" d="100"/>
      </p:scale>
      <p:origin x="0" y="0"/>
    </p:cViewPr>
    <p:sldLst/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57" d="100"/>
          <a:sy n="57" d="100"/>
        </p:scale>
        <p:origin x="0" y="0"/>
      </p:cViewPr>
      <p:guideLst/>
    </p:cSldViewPr>
  </p:notesViewPr>
  <p:gridSpacing cx="72009" cy="72009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&lt;#&gt;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3" name="文本框"/>
          <p:cNvSpPr>
            <a:spLocks noGrp="1"/>
          </p:cNvSpPr>
          <p:nvPr>
            <p:ph type="hdr"/>
          </p:nvPr>
        </p:nvSpPr>
        <p:spPr>
          <a:xfrm rot="0">
            <a:off x="0" y="0"/>
            <a:ext cx="2971799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pPr algn="l"/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4" name="文本框"/>
          <p:cNvSpPr>
            <a:spLocks noGrp="1"/>
          </p:cNvSpPr>
          <p:nvPr>
            <p:ph type="dt" idx="1"/>
          </p:nvPr>
        </p:nvSpPr>
        <p:spPr>
          <a:xfrm rot="0">
            <a:off x="3884613" y="0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pPr algn="r"/>
            <a:fld id="{CAD2D6BD-DE1B-4B5F-8B41-2702339687B9}" type="datetime1">
              <a:rPr lang="en-US" altLang="zh-CN" sz="1200">
                <a:latin typeface="Times New Roman" pitchFamily="0" charset="0"/>
                <a:ea typeface="等线" pitchFamily="0" charset="0"/>
                <a:cs typeface="Times New Roman" pitchFamily="0" charset="0"/>
              </a:rPr>
              <a:t>10/29/2026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5" name="对象"/>
          <p:cNvSpPr>
            <a:spLocks noGrp="1" noChangeAspect="1"/>
          </p:cNvSpPr>
          <p:nvPr>
            <p:ph type="sldImg" idx="2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solidFill>
              <a:srgbClr val="000000"/>
            </a:solidFill>
            <a:prstDash val="solid"/>
            <a:round/>
          </a:ln>
        </p:spPr>
      </p:sp>
      <p:sp>
        <p:nvSpPr>
          <p:cNvPr id="6" name="文本框"/>
          <p:cNvSpPr>
            <a:spLocks noGrp="1"/>
          </p:cNvSpPr>
          <p:nvPr>
            <p:ph type="body" idx="3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ftr" idx="4"/>
          </p:nvPr>
        </p:nvSpPr>
        <p:spPr>
          <a:xfrm rot="0">
            <a:off x="0" y="8685213"/>
            <a:ext cx="2971799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l"/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6134577"/>
      </p:ext>
    </p:extLst>
  </p:cSld>
  <p:clrMap bg1="lt1" tx1="dk1" bg2="lt2" tx2="dk2" accent1="accent1" accent2="accent2" accent3="accent3" accent4="accent4" accent5="accent5" accent6="accent6" hlink="hlink" folHlink="folHlink"/>
  <p:hf sldNum="1" hdr="0" ftr="0" dt="0"/>
  <p:notesStyle>
    <a:lvl1pPr marL="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1pPr>
    <a:lvl2pPr marL="4572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2pPr>
    <a:lvl3pPr marL="9144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3pPr>
    <a:lvl4pPr marL="13716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4pPr>
    <a:lvl5pPr marL="18288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5pPr>
    <a:lvl6pPr marL="22860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6pPr>
    <a:lvl7pPr marL="27432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7pPr>
    <a:lvl8pPr marL="32004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8pPr>
    <a:lvl9pPr marL="3200400" indent="0" algn="l" defTabSz="914400" eaLnBrk="1" fontAlgn="auto" latinLnBrk="0" hangingPunct="1">
      <a:lnSpc>
        <a:spcPct val="100000"/>
      </a:lnSpc>
      <a:spcBef>
        <a:spcPts val="0"/>
      </a:spcBef>
      <a:spcAft>
        <a:spcPts val="0"/>
      </a:spcAft>
      <a:buNone/>
      <a:defRPr sz="1200" b="0" i="0" u="none" strike="noStrike" kern="1200" cap="none" spc="0" baseline="0">
        <a:solidFill>
          <a:schemeClr val="tx1"/>
        </a:solidFill>
        <a:latin typeface="Times New Roman" pitchFamily="0" charset="0"/>
        <a:ea typeface="等线" pitchFamily="0" charset="0"/>
        <a:cs typeface="Times New Roman" pitchFamily="0" charset="0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4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5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6347859"/>
      </p:ext>
    </p:extLst>
  </p:cSld>
  <p:clrMapOvr>
    <a:masterClrMapping/>
  </p:clrMapOvr>
</p:notes>
</file>

<file path=ppt/notesSlides/notesSlide2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36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37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0825598"/>
      </p:ext>
    </p:extLst>
  </p:cSld>
  <p:clrMapOvr>
    <a:masterClrMapping/>
  </p:clrMapOvr>
</p:notes>
</file>

<file path=ppt/notesSlides/notesSlide3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3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42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43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980227"/>
      </p:ext>
    </p:extLst>
  </p:cSld>
  <p:clrMapOvr>
    <a:masterClrMapping/>
  </p:clrMapOvr>
</p:notes>
</file>

<file path=ppt/notesSlides/notesSlide4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4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48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49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511666"/>
      </p:ext>
    </p:extLst>
  </p:cSld>
  <p:clrMapOvr>
    <a:masterClrMapping/>
  </p:clrMapOvr>
</p:notes>
</file>

<file path=ppt/notesSlides/notesSlide5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5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68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69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690770"/>
      </p:ext>
    </p:extLst>
  </p:cSld>
  <p:clrMapOvr>
    <a:masterClrMapping/>
  </p:clrMapOvr>
</p:notes>
</file>

<file path=ppt/notesSlides/notesSlide6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6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80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81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5901899"/>
      </p:ext>
    </p:extLst>
  </p:cSld>
  <p:clrMapOvr>
    <a:masterClrMapping/>
  </p:clrMapOvr>
</p:notes>
</file>

<file path=ppt/notesSlides/notesSlide7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7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93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94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228300"/>
      </p:ext>
    </p:extLst>
  </p:cSld>
  <p:clrMapOvr>
    <a:masterClrMapping/>
  </p:clrMapOvr>
</p:notes>
</file>

<file path=ppt/notesSlides/notesSlide8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8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12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13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2378400"/>
      </p:ext>
    </p:extLst>
  </p:cSld>
  <p:clrMapOvr>
    <a:masterClrMapping/>
  </p:clrMapOvr>
</p:notes>
</file>

<file path=ppt/notesSlides/notesSlide9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9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24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25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941634"/>
      </p:ext>
    </p:extLst>
  </p:cSld>
  <p:clrMapOvr>
    <a:masterClrMapping/>
  </p:clrMapOvr>
</p:notes>
</file>

<file path=ppt/notesSlides/notesSlide10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10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30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31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948763"/>
      </p:ext>
    </p:extLst>
  </p:cSld>
  <p:clrMapOvr>
    <a:masterClrMapping/>
  </p:clrMapOvr>
</p:notes>
</file>

<file path=ppt/notesSlides/notesSlide11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11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36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37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248245"/>
      </p:ext>
    </p:extLst>
  </p:cSld>
  <p:clrMapOvr>
    <a:masterClrMapping/>
  </p:clrMapOvr>
</p:notes>
</file>

<file path=ppt/notesSlides/notesSlide12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12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42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43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842585"/>
      </p:ext>
    </p:extLst>
  </p:cSld>
  <p:clrMapOvr>
    <a:masterClrMapping/>
  </p:clrMapOvr>
</p:notes>
</file>

<file path=ppt/notesSlides/notesSlide13.xml><?xml version="1.0" encoding="utf-8"?>
<p:notes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"/>
          <p:cNvSpPr>
            <a:spLocks noGrp="1"/>
          </p:cNvSpPr>
          <p:nvPr>
            <p:ph type="sldNum" idx="5"/>
          </p:nvPr>
        </p:nvSpPr>
        <p:spPr>
          <a:xfrm rot="0">
            <a:off x="3884613" y="8685213"/>
            <a:ext cx="2971800" cy="45878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/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13</a:t>
            </a:fld>
            <a:endParaRPr lang="zh-CN" altLang="en-US" sz="1200"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48" name="对象"/>
          <p:cNvSpPr>
            <a:spLocks noGrp="1" noChangeAspect="1"/>
          </p:cNvSpPr>
          <p:nvPr>
            <p:ph type="sldImg"/>
          </p:nvPr>
        </p:nvSpPr>
        <p:spPr>
          <a:xfrm rot="0">
            <a:off x="685800" y="1143000"/>
            <a:ext cx="5486400" cy="3086100"/>
          </a:xfrm>
          <a:prstGeom prst="rect"/>
          <a:noFill/>
          <a:ln w="12700" cmpd="sng" cap="flat">
            <a:noFill/>
            <a:prstDash val="solid"/>
            <a:miter/>
          </a:ln>
        </p:spPr>
      </p:sp>
      <p:sp>
        <p:nvSpPr>
          <p:cNvPr id="149" name="文本框"/>
          <p:cNvSpPr>
            <a:spLocks noGrp="1"/>
          </p:cNvSpPr>
          <p:nvPr>
            <p:ph type="body" idx="1"/>
          </p:nvPr>
        </p:nvSpPr>
        <p:spPr>
          <a:xfrm rot="0">
            <a:off x="685800" y="4400550"/>
            <a:ext cx="5486400" cy="360045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6691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ctrTitle"/>
          </p:nvPr>
        </p:nvSpPr>
        <p:spPr>
          <a:xfrm>
            <a:off x="685800" y="1597818"/>
            <a:ext cx="7772400" cy="1102518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subTitle" idx="1"/>
          </p:nvPr>
        </p:nvSpPr>
        <p:spPr>
          <a:xfrm>
            <a:off x="1371600" y="2914649"/>
            <a:ext cx="6400800" cy="1314449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872881"/>
      </p:ext>
    </p:extLst>
  </p:cSld>
  <p:clrMapOvr>
    <a:masterClrMapping/>
  </p:clrMapOvr>
</p:sldLayout>
</file>

<file path=ppt/slideLayouts/slideLayout2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3613745"/>
      </p:ext>
    </p:extLst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defRPr sz="4000" b="1" cap="all"/>
            </a:lvl1pPr>
          </a:lstStyle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862811"/>
      </p:ext>
    </p:extLst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sz="half"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xmlns:a="http://schemas.openxmlformats.org/drawingml/2006/main" noGrp="1"/>
          </p:cNvSpPr>
          <p:nvPr>
            <p:ph sz="half"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0159895"/>
      </p:ext>
    </p:extLst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defRPr/>
            </a:lvl1pPr>
          </a:lstStyle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文本框"/>
          <p:cNvSpPr>
            <a:spLocks xmlns:a="http://schemas.openxmlformats.org/drawingml/2006/main" noGrp="1"/>
          </p:cNvSpPr>
          <p:nvPr>
            <p:ph sz="half"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框"/>
          <p:cNvSpPr>
            <a:spLocks xmlns:a="http://schemas.openxmlformats.org/drawingml/2006/main" noGrp="1"/>
          </p:cNvSpPr>
          <p:nvPr>
            <p:ph type="body" sz="quarter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文本框"/>
          <p:cNvSpPr>
            <a:spLocks xmlns:a="http://schemas.openxmlformats.org/drawingml/2006/main" noGrp="1"/>
          </p:cNvSpPr>
          <p:nvPr>
            <p:ph sz="quarter"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9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6452788"/>
      </p:ext>
    </p:extLst>
  </p:cSld>
  <p:clrMapOvr>
    <a:masterClrMapping xmlns:a="http://schemas.openxmlformats.org/drawingml/2006/main"/>
  </p:clrMapOvr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5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63309"/>
      </p:ext>
    </p:extLst>
  </p:cSld>
  <p:clrMapOvr>
    <a:masterClrMapping xmlns:a="http://schemas.openxmlformats.org/drawingml/2006/main"/>
  </p:clrMapOvr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4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0379681"/>
      </p:ext>
    </p:extLst>
  </p:cSld>
  <p:clrMapOvr>
    <a:masterClrMapping xmlns:a="http://schemas.openxmlformats.org/drawingml/2006/main"/>
  </p:clrMapOvr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defRPr sz="2000" b="1"/>
            </a:lvl1pPr>
          </a:lstStyle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xmlns:a="http://schemas.openxmlformats.org/drawingml/2006/main" noGrp="1"/>
          </p:cNvSpPr>
          <p:nvPr>
            <p:ph type="body" sz="half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7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762320"/>
      </p:ext>
    </p:extLst>
  </p:cSld>
  <p:clrMapOvr>
    <a:masterClrMapping xmlns:a="http://schemas.openxmlformats.org/drawingml/2006/main"/>
  </p:clrMapOvr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defRPr sz="2000" b="1"/>
            </a:lvl1pPr>
          </a:lstStyle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 lang="zh-CN" altLang="en-US"/>
          </a:p>
        </p:txBody>
      </p:sp>
      <p:sp>
        <p:nvSpPr>
          <p:cNvPr id="4" name="文本框"/>
          <p:cNvSpPr>
            <a:spLocks xmlns:a="http://schemas.openxmlformats.org/drawingml/2006/main" noGrp="1"/>
          </p:cNvSpPr>
          <p:nvPr>
            <p:ph type="body" sz="half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7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111915"/>
      </p:ext>
    </p:extLst>
  </p:cSld>
  <p:clrMapOvr>
    <a:masterClrMapping xmlns:a="http://schemas.openxmlformats.org/drawingml/2006/main"/>
  </p:clrMapOvr>
</p:sldLayout>
</file>

<file path=ppt/slideLayouts/slideLayout10.xml><?xml version="1.0" encoding="utf-8"?>
<p:sldLayout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type="body" orient="vert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4798591"/>
      </p:ext>
    </p:extLst>
  </p:cSld>
  <p:clrMapOvr>
    <a:masterClrMapping xmlns:a="http://schemas.openxmlformats.org/drawingml/2006/main"/>
  </p:clrMapOvr>
</p:sldLayout>
</file>

<file path=ppt/slideLayouts/slideLayout11.xml><?xml version="1.0" encoding="utf-8"?>
<p:sldLayout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xmlns:a="http://schemas.openxmlformats.org/drawingml/2006/main" noGrp="1"/>
          </p:cNvSpPr>
          <p:nvPr>
            <p:ph type="title" orient="vert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xmlns:a="http://schemas.openxmlformats.org/drawingml/2006/main" noGrp="1"/>
          </p:cNvSpPr>
          <p:nvPr>
            <p:ph type="body" orient="vert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/>
            <a:r>
              <a:rPr lang="zh-CN" altLang="en-US" smtClean="0"/>
              <a:t>单击此处编辑母版文本样式</a:t>
            </a:r>
          </a:p>
          <a:p xmlns:a="http://schemas.openxmlformats.org/drawingml/2006/main">
            <a:pPr lvl="1"/>
            <a:r>
              <a:rPr lang="zh-CN" altLang="en-US" smtClean="0"/>
              <a:t>第二级</a:t>
            </a:r>
          </a:p>
          <a:p xmlns:a="http://schemas.openxmlformats.org/drawingml/2006/main">
            <a:pPr lvl="2"/>
            <a:r>
              <a:rPr lang="zh-CN" altLang="en-US" smtClean="0"/>
              <a:t>第三级</a:t>
            </a:r>
          </a:p>
          <a:p xmlns:a="http://schemas.openxmlformats.org/drawingml/2006/main">
            <a:pPr lvl="3"/>
            <a:r>
              <a:rPr lang="zh-CN" altLang="en-US" smtClean="0"/>
              <a:t>第四级</a:t>
            </a:r>
          </a:p>
          <a:p xmlns:a="http://schemas.openxmlformats.org/drawingml/2006/main"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文本框"/>
          <p:cNvSpPr>
            <a:spLocks xmlns:a="http://schemas.openxmlformats.org/drawingml/2006/main" noGrp="1"/>
          </p:cNvSpPr>
          <p:nvPr>
            <p:ph type="sldNum" sz="quarter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E00D155-3BB6-43CF-9AC4-BC63A66E74A9}" type="slidenum">
              <a:rPr lang="zh-CN" altLang="en-US" smtClean="0"/>
              <a:t/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9721999"/>
      </p:ext>
    </p:extLst>
  </p:cSld>
  <p:clrMapOvr>
    <a:masterClrMapping xmlns:a="http://schemas.openxmlformats.org/drawingml/2006/main"/>
  </p:clrMapOvr>
</p:sldLayout>
</file>

<file path=ppt/slideLayouts/slideLayout12.xml><?xml version="1.0" encoding="utf-8"?>
<p:sldLayout xmlns:p="http://schemas.openxmlformats.org/presentationml/2006/main" showMasterSp="0" preserve="1">
  <p:cSld name="自定义版式">
    <p:bg>
      <p:bgPr>
        <a:solidFill xmlns:a="http://schemas.openxmlformats.org/drawingml/2006/main">
          <a:srgbClr val="174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2144912"/>
      </p:ext>
    </p:extLst>
  </p:cSld>
  <p:clrMapOvr>
    <a:masterClrMapping xmlns:a="http://schemas.openxmlformats.org/drawingml/2006/main"/>
  </p:clrMapOvr>
</p:sldLayout>
</file>

<file path=ppt/slideLayouts/slideLayout13.xml><?xml version="1.0" encoding="utf-8"?>
<p:sldLayout xmlns:p="http://schemas.openxmlformats.org/presentationml/2006/main" showMasterSp="0" preserve="1">
  <p:cSld name="自定义版式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16" name="文本框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 rot="0">
            <a:off x="457200" y="274320"/>
            <a:ext cx="8229600" cy="777240"/>
          </a:xfrm>
          <a:prstGeom xmlns:a="http://schemas.openxmlformats.org/drawingml/2006/main" prst="rect"/>
          <a:noFill xmlns:a="http://schemas.openxmlformats.org/drawingml/2006/main"/>
          <a:ln xmlns:a="http://schemas.openxmlformats.org/drawingml/2006/main" w="12700" cmpd="sng" cap="flat">
            <a:noFill/>
            <a:prstDash val="solid"/>
            <a:miter/>
          </a:ln>
        </p:spPr>
        <p:txBody>
          <a:bodyPr xmlns:a="http://schemas.openxmlformats.org/drawingml/2006/main" vert="horz" wrap="square" lIns="91440" tIns="45720" rIns="91440" bIns="45720" anchor="t" anchorCtr="0">
            <a:prstTxWarp prst="textNoShape"/>
          </a:bodyPr>
          <a:lstStyle xmlns:a="http://schemas.openxmlformats.org/drawingml/2006/main"/>
          <a:p xmlns:a="http://schemas.openxmlformats.org/drawingml/2006/main">
            <a:pPr marL="0" indent="0" algn="l"/>
            <a:endParaRPr lang="zh-CN" altLang="en-US" sz="3800" b="1">
              <a:solidFill>
                <a:schemeClr val="tx2"/>
              </a:solidFill>
            </a:endParaRPr>
          </a:p>
        </p:txBody>
      </p:sp>
      <p:sp>
        <p:nvSpPr>
          <p:cNvPr id="17" name="文本框"/>
          <p:cNvSpPr>
            <a:spLocks xmlns:a="http://schemas.openxmlformats.org/drawingml/2006/main" noGrp="1"/>
          </p:cNvSpPr>
          <p:nvPr>
            <p:ph type="sldNum"/>
          </p:nvPr>
        </p:nvSpPr>
        <p:spPr>
          <a:xfrm xmlns:a="http://schemas.openxmlformats.org/drawingml/2006/main" rot="0">
            <a:off x="8412480" y="4800600"/>
            <a:ext cx="800000" cy="299999"/>
          </a:xfrm>
          <a:prstGeom xmlns:a="http://schemas.openxmlformats.org/drawingml/2006/main" prst="rect"/>
          <a:noFill xmlns:a="http://schemas.openxmlformats.org/drawingml/2006/main"/>
          <a:ln xmlns:a="http://schemas.openxmlformats.org/drawingml/2006/main" w="12700" cmpd="sng" cap="flat">
            <a:noFill/>
            <a:prstDash val="solid"/>
            <a:miter/>
          </a:ln>
        </p:spPr>
        <p:txBody>
          <a:bodyPr xmlns:a="http://schemas.openxmlformats.org/drawingml/2006/main" vert="horz" wrap="square" lIns="91440" tIns="45720" rIns="91440" bIns="45720" anchor="t" anchorCtr="0">
            <a:prstTxWarp prst="textNoShape"/>
          </a:bodyPr>
          <a:lstStyle xmlns:a="http://schemas.openxmlformats.org/drawingml/2006/main"/>
          <a:p xmlns:a="http://schemas.openxmlformats.org/drawingml/2006/main">
            <a:pPr algn="l"/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&lt;#&gt;</a:t>
            </a:fld>
            <a:endParaRPr lang="zh-CN" altLang="en-US" sz="140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193869"/>
      </p:ext>
    </p:extLst>
  </p:cSld>
  <p:clrMapOvr>
    <a:masterClrMapping xmlns:a="http://schemas.openxmlformats.org/drawingml/2006/main"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/>
          </a:bodyPr>
          <a:lstStyle/>
          <a:p>
            <a:pPr algn="l"/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&lt;#&gt;</a:t>
            </a:fld>
            <a:endParaRPr lang="zh-CN" altLang="en-US" sz="140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3860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lvl1pPr algn="ctr" defTabSz="914400" eaLnBrk="1" fontAlgn="auto" latinLnBrk="0" hangingPunct="1">
        <a:spcBef>
          <a:spcPts val="0"/>
        </a:spcBef>
        <a:buNone/>
        <a:defRPr sz="4400" kern="1200">
          <a:solidFill>
            <a:schemeClr val="tx1"/>
          </a:solidFill>
          <a:latin typeface="Times New Roman" pitchFamily="0" charset="0"/>
          <a:ea typeface="等线 Light" pitchFamily="0" charset="0"/>
          <a:cs typeface="Times New Roman" pitchFamily="0" charset="0"/>
        </a:defRPr>
      </a:lvl1pPr>
    </p:titleStyle>
    <p:bodyStyle>
      <a:lvl1pPr marL="342900" indent="-3429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1pPr>
      <a:lvl2pPr marL="742950" indent="-285750" algn="l" defTabSz="914400" eaLnBrk="1" fontAlgn="auto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2pPr>
      <a:lvl3pPr marL="1143000" indent="-2286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3pPr>
      <a:lvl4pPr marL="1600200" indent="-228600" algn="l" defTabSz="914400" eaLnBrk="1" fontAlgn="auto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4pPr>
      <a:lvl5pPr marL="2057400" indent="-228600" algn="l" defTabSz="914400" eaLnBrk="1" fontAlgn="auto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5pPr>
      <a:lvl6pPr marL="2514600" indent="-2286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6pPr>
      <a:lvl7pPr marL="2971800" indent="-2286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7pPr>
      <a:lvl8pPr marL="3429000" indent="-2286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8pPr>
      <a:lvl9pPr marL="3429000" indent="-228600" algn="l" defTabSz="914400" eaLnBrk="1" fontAlgn="auto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Times New Roman" pitchFamily="0" charset="0"/>
          <a:ea typeface="等线" pitchFamily="0" charset="0"/>
          <a:cs typeface="Times New Roman" pitchFamily="0" charset="0"/>
        </a:defRPr>
      </a:lvl9pPr>
    </p:body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1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2.jp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3.jp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4.jp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5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6.pn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7.jp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8.jpg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9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3.xml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17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" descr="Cars parked in a lot under trees at sunset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0" y="0"/>
            <a:ext cx="9144000" cy="5143500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10" name="矩形"/>
          <p:cNvSpPr>
            <a:spLocks/>
          </p:cNvSpPr>
          <p:nvPr/>
        </p:nvSpPr>
        <p:spPr>
          <a:xfrm rot="0">
            <a:off x="0" y="0"/>
            <a:ext cx="9144000" cy="5143500"/>
          </a:xfrm>
          <a:prstGeom prst="rect"/>
          <a:solidFill>
            <a:srgbClr val="0B2616">
              <a:alpha val="65000"/>
            </a:srgbClr>
          </a:solidFill>
          <a:ln w="12700" cmpd="sng" cap="flat">
            <a:noFill/>
            <a:prstDash val="solid"/>
            <a:miter/>
          </a:ln>
        </p:spPr>
      </p:sp>
      <p:sp>
        <p:nvSpPr>
          <p:cNvPr id="11" name="矩形"/>
          <p:cNvSpPr>
            <a:spLocks/>
          </p:cNvSpPr>
          <p:nvPr/>
        </p:nvSpPr>
        <p:spPr>
          <a:xfrm rot="0">
            <a:off x="548640" y="1280160"/>
            <a:ext cx="8046719" cy="14630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5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PARKING </a:t>
            </a:r>
            <a:r>
              <a:rPr lang="en-US" altLang="zh-CN" sz="5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MANAGEMENT </a:t>
            </a:r>
            <a:r>
              <a:rPr lang="en-US" altLang="zh-CN" sz="5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 SYSTEM</a:t>
            </a:r>
            <a:endParaRPr lang="zh-CN" altLang="en-US" sz="5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2" name="矩形"/>
          <p:cNvSpPr>
            <a:spLocks/>
          </p:cNvSpPr>
          <p:nvPr/>
        </p:nvSpPr>
        <p:spPr>
          <a:xfrm rot="0">
            <a:off x="548640" y="3931920"/>
            <a:ext cx="8046719" cy="4572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Smart Parking · Easy Booking · Less Waiting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3" name="矩形"/>
          <p:cNvSpPr>
            <a:spLocks/>
          </p:cNvSpPr>
          <p:nvPr/>
        </p:nvSpPr>
        <p:spPr>
          <a:xfrm rot="0">
            <a:off x="3320097" y="4447222"/>
            <a:ext cx="2503804" cy="386715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none" lIns="91440" tIns="45720" rIns="91440" bIns="45720" anchor="ctr" anchorCtr="0">
            <a:prstTxWarp prst="textNoShape"/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0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By III-CSE-B Section</a:t>
            </a:r>
            <a:endParaRPr lang="zh-CN" altLang="en-US" sz="2000" b="0" i="0" u="none" strike="noStrike" kern="1200" cap="none" spc="0" baseline="0">
              <a:solidFill>
                <a:srgbClr val="FFFFFF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6994179"/>
      </p:ext>
    </p:extLst>
  </p:cSld>
  <p:clrMapOvr>
    <a:masterClrMapping/>
  </p:clrMapOvr>
</p:sld>
</file>

<file path=ppt/slides/slide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Team Members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19" name="圆角矩形"/>
          <p:cNvSpPr>
            <a:spLocks/>
          </p:cNvSpPr>
          <p:nvPr/>
        </p:nvSpPr>
        <p:spPr>
          <a:xfrm rot="0">
            <a:off x="457200" y="1234440"/>
            <a:ext cx="5120640" cy="603503"/>
          </a:xfrm>
          <a:prstGeom prst="roundRect">
            <a:avLst>
              <a:gd name="adj" fmla="val 18180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20" name="矩形"/>
          <p:cNvSpPr>
            <a:spLocks/>
          </p:cNvSpPr>
          <p:nvPr/>
        </p:nvSpPr>
        <p:spPr>
          <a:xfrm rot="0">
            <a:off x="640080" y="1234440"/>
            <a:ext cx="274320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V. TARUNI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1" name="矩形"/>
          <p:cNvSpPr>
            <a:spLocks/>
          </p:cNvSpPr>
          <p:nvPr/>
        </p:nvSpPr>
        <p:spPr>
          <a:xfrm rot="0">
            <a:off x="3291840" y="1234440"/>
            <a:ext cx="219456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24KB1A05MZ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2" name="圆角矩形"/>
          <p:cNvSpPr>
            <a:spLocks/>
          </p:cNvSpPr>
          <p:nvPr/>
        </p:nvSpPr>
        <p:spPr>
          <a:xfrm rot="0">
            <a:off x="457200" y="1947672"/>
            <a:ext cx="5120640" cy="603504"/>
          </a:xfrm>
          <a:prstGeom prst="roundRect">
            <a:avLst>
              <a:gd name="adj" fmla="val 18180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23" name="矩形"/>
          <p:cNvSpPr>
            <a:spLocks/>
          </p:cNvSpPr>
          <p:nvPr/>
        </p:nvSpPr>
        <p:spPr>
          <a:xfrm rot="0">
            <a:off x="640080" y="1947672"/>
            <a:ext cx="2743200" cy="603504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V. SRIJA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4" name="矩形"/>
          <p:cNvSpPr>
            <a:spLocks/>
          </p:cNvSpPr>
          <p:nvPr/>
        </p:nvSpPr>
        <p:spPr>
          <a:xfrm rot="0">
            <a:off x="3291840" y="1947672"/>
            <a:ext cx="2194560" cy="603504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24KB1A05MP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5" name="圆角矩形"/>
          <p:cNvSpPr>
            <a:spLocks/>
          </p:cNvSpPr>
          <p:nvPr/>
        </p:nvSpPr>
        <p:spPr>
          <a:xfrm rot="0">
            <a:off x="457200" y="2660904"/>
            <a:ext cx="5120640" cy="603503"/>
          </a:xfrm>
          <a:prstGeom prst="roundRect">
            <a:avLst>
              <a:gd name="adj" fmla="val 18180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26" name="矩形"/>
          <p:cNvSpPr>
            <a:spLocks/>
          </p:cNvSpPr>
          <p:nvPr/>
        </p:nvSpPr>
        <p:spPr>
          <a:xfrm rot="0">
            <a:off x="640080" y="2660904"/>
            <a:ext cx="274320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G. NIKHITHA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7" name="矩形"/>
          <p:cNvSpPr>
            <a:spLocks/>
          </p:cNvSpPr>
          <p:nvPr/>
        </p:nvSpPr>
        <p:spPr>
          <a:xfrm rot="0">
            <a:off x="3291840" y="2660904"/>
            <a:ext cx="219456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24KB1A05G6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28" name="圆角矩形"/>
          <p:cNvSpPr>
            <a:spLocks/>
          </p:cNvSpPr>
          <p:nvPr/>
        </p:nvSpPr>
        <p:spPr>
          <a:xfrm rot="0">
            <a:off x="457200" y="3374136"/>
            <a:ext cx="5120640" cy="603503"/>
          </a:xfrm>
          <a:prstGeom prst="roundRect">
            <a:avLst>
              <a:gd name="adj" fmla="val 18180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29" name="矩形"/>
          <p:cNvSpPr>
            <a:spLocks/>
          </p:cNvSpPr>
          <p:nvPr/>
        </p:nvSpPr>
        <p:spPr>
          <a:xfrm rot="0">
            <a:off x="640080" y="3374136"/>
            <a:ext cx="274320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T. TEJASRI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30" name="矩形"/>
          <p:cNvSpPr>
            <a:spLocks/>
          </p:cNvSpPr>
          <p:nvPr/>
        </p:nvSpPr>
        <p:spPr>
          <a:xfrm rot="0">
            <a:off x="3291840" y="3374136"/>
            <a:ext cx="219456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24KB1A05LF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31" name="圆角矩形"/>
          <p:cNvSpPr>
            <a:spLocks/>
          </p:cNvSpPr>
          <p:nvPr/>
        </p:nvSpPr>
        <p:spPr>
          <a:xfrm rot="0">
            <a:off x="457200" y="4087368"/>
            <a:ext cx="5120640" cy="603503"/>
          </a:xfrm>
          <a:prstGeom prst="roundRect">
            <a:avLst>
              <a:gd name="adj" fmla="val 18180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32" name="矩形"/>
          <p:cNvSpPr>
            <a:spLocks/>
          </p:cNvSpPr>
          <p:nvPr/>
        </p:nvSpPr>
        <p:spPr>
          <a:xfrm rot="0">
            <a:off x="640080" y="4087368"/>
            <a:ext cx="274320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CH. RUCHITHA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33" name="矩形"/>
          <p:cNvSpPr>
            <a:spLocks/>
          </p:cNvSpPr>
          <p:nvPr/>
        </p:nvSpPr>
        <p:spPr>
          <a:xfrm rot="0">
            <a:off x="3291840" y="4087368"/>
            <a:ext cx="2194560" cy="603503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200" b="0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24KB1A0594</a:t>
            </a:r>
            <a:endParaRPr lang="zh-CN" altLang="en-US" sz="2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34" name="图片" descr="Hand holding phone with parking map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966938" y="1234440"/>
            <a:ext cx="2605083" cy="3383279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35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2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16422"/>
      </p:ext>
    </p:extLst>
  </p:cSld>
  <p:clrMapOvr>
    <a:masterClrMapping/>
  </p:clrMapOvr>
</p:sld>
</file>

<file path=ppt/slides/slide3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Introduction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39" name="矩形"/>
          <p:cNvSpPr>
            <a:spLocks/>
          </p:cNvSpPr>
          <p:nvPr/>
        </p:nvSpPr>
        <p:spPr>
          <a:xfrm rot="0">
            <a:off x="457200" y="1280160"/>
            <a:ext cx="4754880" cy="338327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Parking spaces are limited, vehicles keep growing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Drivers waste time and fuel searching for a slot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Parking Reservation System lets users book a slot in advance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Simple web application for users and admin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40" name="图片" descr="Phone map and parking lot with cars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486400" y="1798782"/>
            <a:ext cx="3200400" cy="2254595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41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3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155149"/>
      </p:ext>
    </p:extLst>
  </p:cSld>
  <p:clrMapOvr>
    <a:masterClrMapping/>
  </p:clrMapOvr>
</p:sld>
</file>

<file path=ppt/slides/slide4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Problem Statement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45" name="矩形"/>
          <p:cNvSpPr>
            <a:spLocks/>
          </p:cNvSpPr>
          <p:nvPr/>
        </p:nvSpPr>
        <p:spPr>
          <a:xfrm rot="0">
            <a:off x="457200" y="1280160"/>
            <a:ext cx="4754880" cy="338327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No way to know slot availability before arriving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Long queues and traffic near parking areas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Manual record keeping causes errors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No advance booking or online payment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46" name="图片" descr="Hand holding phone with parking map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819262" y="1280160"/>
            <a:ext cx="2534676" cy="3291840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47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4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286407"/>
      </p:ext>
    </p:extLst>
  </p:cSld>
  <p:clrMapOvr>
    <a:masterClrMapping/>
  </p:clrMapOvr>
</p:sld>
</file>

<file path=ppt/slides/slide5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Objectives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51" name="圆角矩形"/>
          <p:cNvSpPr>
            <a:spLocks/>
          </p:cNvSpPr>
          <p:nvPr/>
        </p:nvSpPr>
        <p:spPr>
          <a:xfrm rot="0">
            <a:off x="457200" y="1371600"/>
            <a:ext cx="3931920" cy="1417319"/>
          </a:xfrm>
          <a:prstGeom prst="roundRect">
            <a:avLst>
              <a:gd name="adj" fmla="val 96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52" name="椭圆"/>
          <p:cNvSpPr>
            <a:spLocks/>
          </p:cNvSpPr>
          <p:nvPr/>
        </p:nvSpPr>
        <p:spPr>
          <a:xfrm rot="0">
            <a:off x="640080" y="1737360"/>
            <a:ext cx="685799" cy="685800"/>
          </a:xfrm>
          <a:prstGeom prst="ellipse"/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53" name="矩形"/>
          <p:cNvSpPr>
            <a:spLocks/>
          </p:cNvSpPr>
          <p:nvPr/>
        </p:nvSpPr>
        <p:spPr>
          <a:xfrm rot="0">
            <a:off x="640080" y="1737360"/>
            <a:ext cx="685799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54" name="矩形"/>
          <p:cNvSpPr>
            <a:spLocks/>
          </p:cNvSpPr>
          <p:nvPr/>
        </p:nvSpPr>
        <p:spPr>
          <a:xfrm rot="0">
            <a:off x="1463040" y="1463040"/>
            <a:ext cx="2788920" cy="12344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Book a parking slot online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55" name="圆角矩形"/>
          <p:cNvSpPr>
            <a:spLocks/>
          </p:cNvSpPr>
          <p:nvPr/>
        </p:nvSpPr>
        <p:spPr>
          <a:xfrm rot="0">
            <a:off x="4663440" y="1371600"/>
            <a:ext cx="3931920" cy="1417319"/>
          </a:xfrm>
          <a:prstGeom prst="roundRect">
            <a:avLst>
              <a:gd name="adj" fmla="val 96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56" name="椭圆"/>
          <p:cNvSpPr>
            <a:spLocks/>
          </p:cNvSpPr>
          <p:nvPr/>
        </p:nvSpPr>
        <p:spPr>
          <a:xfrm rot="0">
            <a:off x="4846320" y="1737360"/>
            <a:ext cx="685799" cy="685800"/>
          </a:xfrm>
          <a:prstGeom prst="ellipse"/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57" name="矩形"/>
          <p:cNvSpPr>
            <a:spLocks/>
          </p:cNvSpPr>
          <p:nvPr/>
        </p:nvSpPr>
        <p:spPr>
          <a:xfrm rot="0">
            <a:off x="4846320" y="1737360"/>
            <a:ext cx="685799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58" name="矩形"/>
          <p:cNvSpPr>
            <a:spLocks/>
          </p:cNvSpPr>
          <p:nvPr/>
        </p:nvSpPr>
        <p:spPr>
          <a:xfrm rot="0">
            <a:off x="5669280" y="1463040"/>
            <a:ext cx="2788920" cy="12344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Show real-time slot availability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59" name="圆角矩形"/>
          <p:cNvSpPr>
            <a:spLocks/>
          </p:cNvSpPr>
          <p:nvPr/>
        </p:nvSpPr>
        <p:spPr>
          <a:xfrm rot="0">
            <a:off x="457200" y="3017519"/>
            <a:ext cx="3931920" cy="1417319"/>
          </a:xfrm>
          <a:prstGeom prst="roundRect">
            <a:avLst>
              <a:gd name="adj" fmla="val 96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60" name="椭圆"/>
          <p:cNvSpPr>
            <a:spLocks/>
          </p:cNvSpPr>
          <p:nvPr/>
        </p:nvSpPr>
        <p:spPr>
          <a:xfrm rot="0">
            <a:off x="640080" y="3383279"/>
            <a:ext cx="685799" cy="685800"/>
          </a:xfrm>
          <a:prstGeom prst="ellipse"/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61" name="矩形"/>
          <p:cNvSpPr>
            <a:spLocks/>
          </p:cNvSpPr>
          <p:nvPr/>
        </p:nvSpPr>
        <p:spPr>
          <a:xfrm rot="0">
            <a:off x="640080" y="3383279"/>
            <a:ext cx="685799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3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62" name="矩形"/>
          <p:cNvSpPr>
            <a:spLocks/>
          </p:cNvSpPr>
          <p:nvPr/>
        </p:nvSpPr>
        <p:spPr>
          <a:xfrm rot="0">
            <a:off x="1463040" y="3108960"/>
            <a:ext cx="2788920" cy="12344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Reduce time and fuel wasted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63" name="圆角矩形"/>
          <p:cNvSpPr>
            <a:spLocks/>
          </p:cNvSpPr>
          <p:nvPr/>
        </p:nvSpPr>
        <p:spPr>
          <a:xfrm rot="0">
            <a:off x="4663440" y="3017519"/>
            <a:ext cx="3931920" cy="1417319"/>
          </a:xfrm>
          <a:prstGeom prst="roundRect">
            <a:avLst>
              <a:gd name="adj" fmla="val 96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64" name="椭圆"/>
          <p:cNvSpPr>
            <a:spLocks/>
          </p:cNvSpPr>
          <p:nvPr/>
        </p:nvSpPr>
        <p:spPr>
          <a:xfrm rot="0">
            <a:off x="4846320" y="3383279"/>
            <a:ext cx="685799" cy="685800"/>
          </a:xfrm>
          <a:prstGeom prst="ellipse"/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65" name="矩形"/>
          <p:cNvSpPr>
            <a:spLocks/>
          </p:cNvSpPr>
          <p:nvPr/>
        </p:nvSpPr>
        <p:spPr>
          <a:xfrm rot="0">
            <a:off x="4846320" y="3383279"/>
            <a:ext cx="685799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4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66" name="矩形"/>
          <p:cNvSpPr>
            <a:spLocks/>
          </p:cNvSpPr>
          <p:nvPr/>
        </p:nvSpPr>
        <p:spPr>
          <a:xfrm rot="0">
            <a:off x="5669280" y="3108960"/>
            <a:ext cx="2788920" cy="12344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Automate records and billing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67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5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515901"/>
      </p:ext>
    </p:extLst>
  </p:cSld>
  <p:clrMapOvr>
    <a:masterClrMapping/>
  </p:clrMapOvr>
</p:sld>
</file>

<file path=ppt/slides/slide6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Existing vs Proposed System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71" name="圆角矩形"/>
          <p:cNvSpPr>
            <a:spLocks/>
          </p:cNvSpPr>
          <p:nvPr/>
        </p:nvSpPr>
        <p:spPr>
          <a:xfrm rot="0">
            <a:off x="457200" y="1280160"/>
            <a:ext cx="3931920" cy="6858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12700" cmpd="sng" cap="flat">
            <a:noFill/>
            <a:prstDash val="solid"/>
            <a:miter/>
          </a:ln>
        </p:spPr>
      </p:sp>
      <p:sp>
        <p:nvSpPr>
          <p:cNvPr id="72" name="矩形"/>
          <p:cNvSpPr>
            <a:spLocks/>
          </p:cNvSpPr>
          <p:nvPr/>
        </p:nvSpPr>
        <p:spPr>
          <a:xfrm rot="0">
            <a:off x="457200" y="1280160"/>
            <a:ext cx="3931920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Existing System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73" name="圆角矩形"/>
          <p:cNvSpPr>
            <a:spLocks/>
          </p:cNvSpPr>
          <p:nvPr/>
        </p:nvSpPr>
        <p:spPr>
          <a:xfrm rot="0">
            <a:off x="457200" y="2057400"/>
            <a:ext cx="3931920" cy="2606040"/>
          </a:xfrm>
          <a:prstGeom prst="roundRect">
            <a:avLst>
              <a:gd name="adj" fmla="val 4212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74" name="矩形"/>
          <p:cNvSpPr>
            <a:spLocks/>
          </p:cNvSpPr>
          <p:nvPr/>
        </p:nvSpPr>
        <p:spPr>
          <a:xfrm rot="0">
            <a:off x="685800" y="2240280"/>
            <a:ext cx="3474720" cy="22860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Manual entry, paper records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No advance booking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Slot search takes time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75" name="圆角矩形"/>
          <p:cNvSpPr>
            <a:spLocks/>
          </p:cNvSpPr>
          <p:nvPr/>
        </p:nvSpPr>
        <p:spPr>
          <a:xfrm rot="0">
            <a:off x="4663440" y="1280160"/>
            <a:ext cx="3931920" cy="6858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76" name="矩形"/>
          <p:cNvSpPr>
            <a:spLocks/>
          </p:cNvSpPr>
          <p:nvPr/>
        </p:nvSpPr>
        <p:spPr>
          <a:xfrm rot="0">
            <a:off x="4663440" y="1280160"/>
            <a:ext cx="3931920" cy="6858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Proposed System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77" name="圆角矩形"/>
          <p:cNvSpPr>
            <a:spLocks/>
          </p:cNvSpPr>
          <p:nvPr/>
        </p:nvSpPr>
        <p:spPr>
          <a:xfrm rot="0">
            <a:off x="4663440" y="2057400"/>
            <a:ext cx="3931920" cy="2606040"/>
          </a:xfrm>
          <a:prstGeom prst="roundRect">
            <a:avLst>
              <a:gd name="adj" fmla="val 4212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78" name="矩形"/>
          <p:cNvSpPr>
            <a:spLocks/>
          </p:cNvSpPr>
          <p:nvPr/>
        </p:nvSpPr>
        <p:spPr>
          <a:xfrm rot="0">
            <a:off x="4892040" y="2240280"/>
            <a:ext cx="3474720" cy="228600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Online slot reservation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Live availability status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Automatic fee and records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79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6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336170"/>
      </p:ext>
    </p:extLst>
  </p:cSld>
  <p:clrMapOvr>
    <a:masterClrMapping/>
  </p:clrMapOvr>
</p:sld>
</file>

<file path=ppt/slides/slide7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Modules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83" name="圆角矩形"/>
          <p:cNvSpPr>
            <a:spLocks/>
          </p:cNvSpPr>
          <p:nvPr/>
        </p:nvSpPr>
        <p:spPr>
          <a:xfrm rot="0">
            <a:off x="457200" y="1280160"/>
            <a:ext cx="5394960" cy="749808"/>
          </a:xfrm>
          <a:prstGeom prst="roundRect">
            <a:avLst>
              <a:gd name="adj" fmla="val 12194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84" name="矩形"/>
          <p:cNvSpPr>
            <a:spLocks/>
          </p:cNvSpPr>
          <p:nvPr/>
        </p:nvSpPr>
        <p:spPr>
          <a:xfrm rot="0">
            <a:off x="594360" y="1280160"/>
            <a:ext cx="5166360" cy="749808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User Module: </a:t>
            </a:r>
            <a:r>
              <a:rPr lang="en-US" altLang="zh-CN" sz="20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Register, login, search and book slots</a:t>
            </a:r>
            <a:endParaRPr lang="zh-CN" altLang="en-US" sz="2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85" name="圆角矩形"/>
          <p:cNvSpPr>
            <a:spLocks/>
          </p:cNvSpPr>
          <p:nvPr/>
        </p:nvSpPr>
        <p:spPr>
          <a:xfrm rot="0">
            <a:off x="457200" y="2148840"/>
            <a:ext cx="5394960" cy="749808"/>
          </a:xfrm>
          <a:prstGeom prst="roundRect">
            <a:avLst>
              <a:gd name="adj" fmla="val 12194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86" name="矩形"/>
          <p:cNvSpPr>
            <a:spLocks/>
          </p:cNvSpPr>
          <p:nvPr/>
        </p:nvSpPr>
        <p:spPr>
          <a:xfrm rot="0">
            <a:off x="594360" y="2148840"/>
            <a:ext cx="5166360" cy="749808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Admin Module: </a:t>
            </a:r>
            <a:r>
              <a:rPr lang="en-US" altLang="zh-CN" sz="20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Add slots, manage users and bookings</a:t>
            </a:r>
            <a:endParaRPr lang="zh-CN" altLang="en-US" sz="2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87" name="圆角矩形"/>
          <p:cNvSpPr>
            <a:spLocks/>
          </p:cNvSpPr>
          <p:nvPr/>
        </p:nvSpPr>
        <p:spPr>
          <a:xfrm rot="0">
            <a:off x="457200" y="3017519"/>
            <a:ext cx="5394960" cy="749807"/>
          </a:xfrm>
          <a:prstGeom prst="roundRect">
            <a:avLst>
              <a:gd name="adj" fmla="val 12194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88" name="矩形"/>
          <p:cNvSpPr>
            <a:spLocks/>
          </p:cNvSpPr>
          <p:nvPr/>
        </p:nvSpPr>
        <p:spPr>
          <a:xfrm rot="0">
            <a:off x="594360" y="3017519"/>
            <a:ext cx="5166360" cy="74980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Payment Module: </a:t>
            </a:r>
            <a:r>
              <a:rPr lang="en-US" altLang="zh-CN" sz="20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Calculate fee, confirm payment</a:t>
            </a:r>
            <a:endParaRPr lang="zh-CN" altLang="en-US" sz="2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89" name="圆角矩形"/>
          <p:cNvSpPr>
            <a:spLocks/>
          </p:cNvSpPr>
          <p:nvPr/>
        </p:nvSpPr>
        <p:spPr>
          <a:xfrm rot="0">
            <a:off x="457200" y="3886200"/>
            <a:ext cx="5394960" cy="749807"/>
          </a:xfrm>
          <a:prstGeom prst="roundRect">
            <a:avLst>
              <a:gd name="adj" fmla="val 12194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90" name="矩形"/>
          <p:cNvSpPr>
            <a:spLocks/>
          </p:cNvSpPr>
          <p:nvPr/>
        </p:nvSpPr>
        <p:spPr>
          <a:xfrm rot="0">
            <a:off x="594360" y="3886200"/>
            <a:ext cx="5166360" cy="749807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Reports Module: </a:t>
            </a:r>
            <a:r>
              <a:rPr lang="en-US" altLang="zh-CN" sz="20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Booking history and usage reports</a:t>
            </a:r>
            <a:endParaRPr lang="zh-CN" altLang="en-US" sz="2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91" name="图片" descr="People using a parking booking app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6126479" y="2103617"/>
            <a:ext cx="2560320" cy="1690646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92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7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210038"/>
      </p:ext>
    </p:extLst>
  </p:cSld>
  <p:clrMapOvr>
    <a:masterClrMapping/>
  </p:clrMapOvr>
</p:sld>
</file>

<file path=ppt/slides/slide8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How It Works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96" name="圆角矩形"/>
          <p:cNvSpPr>
            <a:spLocks/>
          </p:cNvSpPr>
          <p:nvPr/>
        </p:nvSpPr>
        <p:spPr>
          <a:xfrm rot="0">
            <a:off x="365760" y="1554480"/>
            <a:ext cx="1508759" cy="1554480"/>
          </a:xfrm>
          <a:prstGeom prst="roundRect">
            <a:avLst>
              <a:gd name="adj" fmla="val 9092"/>
            </a:avLst>
          </a:prstGeom>
          <a:solidFill>
            <a:schemeClr val="tx2"/>
          </a:solidFill>
          <a:ln w="12700" cmpd="sng" cap="flat">
            <a:noFill/>
            <a:prstDash val="solid"/>
            <a:miter/>
          </a:ln>
        </p:spPr>
      </p:sp>
      <p:sp>
        <p:nvSpPr>
          <p:cNvPr id="97" name="矩形"/>
          <p:cNvSpPr>
            <a:spLocks/>
          </p:cNvSpPr>
          <p:nvPr/>
        </p:nvSpPr>
        <p:spPr>
          <a:xfrm rot="0">
            <a:off x="365760" y="1554480"/>
            <a:ext cx="1508759" cy="155448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50800" tIns="50800" rIns="50800" bIns="5080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400" b="1" i="0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1</a:t>
            </a:r>
            <a:endParaRPr lang="en-US" altLang="zh-CN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Register / Login</a:t>
            </a:r>
            <a:endParaRPr lang="zh-CN" altLang="en-US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98" name="右箭头"/>
          <p:cNvSpPr>
            <a:spLocks/>
          </p:cNvSpPr>
          <p:nvPr/>
        </p:nvSpPr>
        <p:spPr>
          <a:xfrm rot="0">
            <a:off x="1883664" y="2148840"/>
            <a:ext cx="182879" cy="365760"/>
          </a:xfrm>
          <a:prstGeom prst="rightArrow">
            <a:avLst>
              <a:gd name="adj1" fmla="val 50000"/>
              <a:gd name="adj2" fmla="val 24999"/>
            </a:avLst>
          </a:prstGeom>
          <a:solidFill>
            <a:schemeClr val="accent2"/>
          </a:solidFill>
          <a:ln w="12700" cmpd="sng" cap="flat">
            <a:noFill/>
            <a:prstDash val="solid"/>
            <a:miter/>
          </a:ln>
        </p:spPr>
      </p:sp>
      <p:sp>
        <p:nvSpPr>
          <p:cNvPr id="99" name="圆角矩形"/>
          <p:cNvSpPr>
            <a:spLocks/>
          </p:cNvSpPr>
          <p:nvPr/>
        </p:nvSpPr>
        <p:spPr>
          <a:xfrm rot="0">
            <a:off x="2084832" y="1554480"/>
            <a:ext cx="1508759" cy="1554480"/>
          </a:xfrm>
          <a:prstGeom prst="roundRect">
            <a:avLst>
              <a:gd name="adj" fmla="val 9092"/>
            </a:avLst>
          </a:prstGeom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100" name="矩形"/>
          <p:cNvSpPr>
            <a:spLocks/>
          </p:cNvSpPr>
          <p:nvPr/>
        </p:nvSpPr>
        <p:spPr>
          <a:xfrm rot="0">
            <a:off x="2084832" y="1554480"/>
            <a:ext cx="1508759" cy="155448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50800" tIns="50800" rIns="50800" bIns="5080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400" b="1" i="0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2</a:t>
            </a:r>
            <a:endParaRPr lang="en-US" altLang="zh-CN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Search Slot</a:t>
            </a:r>
            <a:endParaRPr lang="zh-CN" altLang="en-US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01" name="右箭头"/>
          <p:cNvSpPr>
            <a:spLocks/>
          </p:cNvSpPr>
          <p:nvPr/>
        </p:nvSpPr>
        <p:spPr>
          <a:xfrm rot="0">
            <a:off x="3602736" y="2148840"/>
            <a:ext cx="182879" cy="365760"/>
          </a:xfrm>
          <a:prstGeom prst="rightArrow">
            <a:avLst>
              <a:gd name="adj1" fmla="val 50000"/>
              <a:gd name="adj2" fmla="val 24999"/>
            </a:avLst>
          </a:prstGeom>
          <a:solidFill>
            <a:schemeClr val="accent2"/>
          </a:solidFill>
          <a:ln w="12700" cmpd="sng" cap="flat">
            <a:noFill/>
            <a:prstDash val="solid"/>
            <a:miter/>
          </a:ln>
        </p:spPr>
      </p:sp>
      <p:sp>
        <p:nvSpPr>
          <p:cNvPr id="102" name="圆角矩形"/>
          <p:cNvSpPr>
            <a:spLocks/>
          </p:cNvSpPr>
          <p:nvPr/>
        </p:nvSpPr>
        <p:spPr>
          <a:xfrm rot="0">
            <a:off x="3803903" y="1554480"/>
            <a:ext cx="1508759" cy="1554480"/>
          </a:xfrm>
          <a:prstGeom prst="roundRect">
            <a:avLst>
              <a:gd name="adj" fmla="val 9092"/>
            </a:avLst>
          </a:prstGeom>
          <a:solidFill>
            <a:schemeClr val="tx2"/>
          </a:solidFill>
          <a:ln w="12700" cmpd="sng" cap="flat">
            <a:noFill/>
            <a:prstDash val="solid"/>
            <a:miter/>
          </a:ln>
        </p:spPr>
      </p:sp>
      <p:sp>
        <p:nvSpPr>
          <p:cNvPr id="103" name="矩形"/>
          <p:cNvSpPr>
            <a:spLocks/>
          </p:cNvSpPr>
          <p:nvPr/>
        </p:nvSpPr>
        <p:spPr>
          <a:xfrm rot="0">
            <a:off x="3803903" y="1554480"/>
            <a:ext cx="1508759" cy="155448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50800" tIns="50800" rIns="50800" bIns="5080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400" b="1" i="0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3</a:t>
            </a:r>
            <a:endParaRPr lang="en-US" altLang="zh-CN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Select Date &amp; Time</a:t>
            </a:r>
            <a:endParaRPr lang="zh-CN" altLang="en-US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04" name="右箭头"/>
          <p:cNvSpPr>
            <a:spLocks/>
          </p:cNvSpPr>
          <p:nvPr/>
        </p:nvSpPr>
        <p:spPr>
          <a:xfrm rot="0">
            <a:off x="5321808" y="2148840"/>
            <a:ext cx="182880" cy="36576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2"/>
          </a:solidFill>
          <a:ln w="12700" cmpd="sng" cap="flat">
            <a:noFill/>
            <a:prstDash val="solid"/>
            <a:miter/>
          </a:ln>
        </p:spPr>
      </p:sp>
      <p:sp>
        <p:nvSpPr>
          <p:cNvPr id="105" name="圆角矩形"/>
          <p:cNvSpPr>
            <a:spLocks/>
          </p:cNvSpPr>
          <p:nvPr/>
        </p:nvSpPr>
        <p:spPr>
          <a:xfrm rot="0">
            <a:off x="5522976" y="1554480"/>
            <a:ext cx="1508759" cy="1554480"/>
          </a:xfrm>
          <a:prstGeom prst="roundRect">
            <a:avLst>
              <a:gd name="adj" fmla="val 9092"/>
            </a:avLst>
          </a:prstGeom>
          <a:solidFill>
            <a:schemeClr val="accent1"/>
          </a:solidFill>
          <a:ln w="12700" cmpd="sng" cap="flat">
            <a:noFill/>
            <a:prstDash val="solid"/>
            <a:miter/>
          </a:ln>
        </p:spPr>
      </p:sp>
      <p:sp>
        <p:nvSpPr>
          <p:cNvPr id="106" name="矩形"/>
          <p:cNvSpPr>
            <a:spLocks/>
          </p:cNvSpPr>
          <p:nvPr/>
        </p:nvSpPr>
        <p:spPr>
          <a:xfrm rot="0">
            <a:off x="5522976" y="1554480"/>
            <a:ext cx="1508759" cy="155448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50800" tIns="50800" rIns="50800" bIns="5080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400" b="1" i="0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4</a:t>
            </a:r>
            <a:endParaRPr lang="en-US" altLang="zh-CN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Pay &amp; Confirm</a:t>
            </a:r>
            <a:endParaRPr lang="zh-CN" altLang="en-US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07" name="右箭头"/>
          <p:cNvSpPr>
            <a:spLocks/>
          </p:cNvSpPr>
          <p:nvPr/>
        </p:nvSpPr>
        <p:spPr>
          <a:xfrm rot="0">
            <a:off x="7040880" y="2148840"/>
            <a:ext cx="182880" cy="36576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accent2"/>
          </a:solidFill>
          <a:ln w="12700" cmpd="sng" cap="flat">
            <a:noFill/>
            <a:prstDash val="solid"/>
            <a:miter/>
          </a:ln>
        </p:spPr>
      </p:sp>
      <p:sp>
        <p:nvSpPr>
          <p:cNvPr id="108" name="圆角矩形"/>
          <p:cNvSpPr>
            <a:spLocks/>
          </p:cNvSpPr>
          <p:nvPr/>
        </p:nvSpPr>
        <p:spPr>
          <a:xfrm rot="0">
            <a:off x="7242048" y="1554480"/>
            <a:ext cx="1508759" cy="1554480"/>
          </a:xfrm>
          <a:prstGeom prst="roundRect">
            <a:avLst>
              <a:gd name="adj" fmla="val 9092"/>
            </a:avLst>
          </a:prstGeom>
          <a:solidFill>
            <a:schemeClr val="tx2"/>
          </a:solidFill>
          <a:ln w="12700" cmpd="sng" cap="flat">
            <a:noFill/>
            <a:prstDash val="solid"/>
            <a:miter/>
          </a:ln>
        </p:spPr>
      </p:sp>
      <p:sp>
        <p:nvSpPr>
          <p:cNvPr id="109" name="矩形"/>
          <p:cNvSpPr>
            <a:spLocks/>
          </p:cNvSpPr>
          <p:nvPr/>
        </p:nvSpPr>
        <p:spPr>
          <a:xfrm rot="0">
            <a:off x="7242048" y="1554480"/>
            <a:ext cx="1508759" cy="155448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50800" tIns="50800" rIns="50800" bIns="5080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400" b="1" i="0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5</a:t>
            </a:r>
            <a:endParaRPr lang="en-US" altLang="zh-CN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Park &amp; Exit</a:t>
            </a:r>
            <a:endParaRPr lang="zh-CN" altLang="en-US" sz="3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10" name="矩形"/>
          <p:cNvSpPr>
            <a:spLocks/>
          </p:cNvSpPr>
          <p:nvPr/>
        </p:nvSpPr>
        <p:spPr>
          <a:xfrm rot="0">
            <a:off x="457200" y="3566160"/>
            <a:ext cx="8229600" cy="82295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0" i="1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Users reserve in advance and arrive straight to their slot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11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8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65997"/>
      </p:ext>
    </p:extLst>
  </p:cSld>
  <p:clrMapOvr>
    <a:masterClrMapping/>
  </p:clrMapOvr>
</p:sld>
</file>

<file path=ppt/slides/slide9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Technologies Used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115" name="圆角矩形"/>
          <p:cNvSpPr>
            <a:spLocks/>
          </p:cNvSpPr>
          <p:nvPr/>
        </p:nvSpPr>
        <p:spPr>
          <a:xfrm rot="0">
            <a:off x="457200" y="1325880"/>
            <a:ext cx="3931920" cy="1463039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116" name="矩形"/>
          <p:cNvSpPr>
            <a:spLocks/>
          </p:cNvSpPr>
          <p:nvPr/>
        </p:nvSpPr>
        <p:spPr>
          <a:xfrm rot="0">
            <a:off x="685800" y="1325880"/>
            <a:ext cx="3474720" cy="146303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Front End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React.js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17" name="圆角矩形"/>
          <p:cNvSpPr>
            <a:spLocks/>
          </p:cNvSpPr>
          <p:nvPr/>
        </p:nvSpPr>
        <p:spPr>
          <a:xfrm rot="0">
            <a:off x="4663440" y="1325880"/>
            <a:ext cx="3931920" cy="1463039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118" name="矩形"/>
          <p:cNvSpPr>
            <a:spLocks/>
          </p:cNvSpPr>
          <p:nvPr/>
        </p:nvSpPr>
        <p:spPr>
          <a:xfrm rot="0">
            <a:off x="4892040" y="1325880"/>
            <a:ext cx="3474720" cy="146303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Back End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Node.js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19" name="圆角矩形"/>
          <p:cNvSpPr>
            <a:spLocks/>
          </p:cNvSpPr>
          <p:nvPr/>
        </p:nvSpPr>
        <p:spPr>
          <a:xfrm rot="0">
            <a:off x="457200" y="3017519"/>
            <a:ext cx="3931920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120" name="矩形"/>
          <p:cNvSpPr>
            <a:spLocks/>
          </p:cNvSpPr>
          <p:nvPr/>
        </p:nvSpPr>
        <p:spPr>
          <a:xfrm rot="0">
            <a:off x="685800" y="3017519"/>
            <a:ext cx="3474720" cy="14630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Database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MySQL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21" name="圆角矩形"/>
          <p:cNvSpPr>
            <a:spLocks/>
          </p:cNvSpPr>
          <p:nvPr/>
        </p:nvSpPr>
        <p:spPr>
          <a:xfrm rot="0">
            <a:off x="4663440" y="3017519"/>
            <a:ext cx="3931920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 w="12700" cmpd="sng" cap="flat">
            <a:noFill/>
            <a:prstDash val="solid"/>
            <a:miter/>
          </a:ln>
        </p:spPr>
      </p:sp>
      <p:sp>
        <p:nvSpPr>
          <p:cNvPr id="122" name="矩形"/>
          <p:cNvSpPr>
            <a:spLocks/>
          </p:cNvSpPr>
          <p:nvPr/>
        </p:nvSpPr>
        <p:spPr>
          <a:xfrm rot="0">
            <a:off x="4892040" y="3017519"/>
            <a:ext cx="3474720" cy="14630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1" i="0" u="none" strike="noStrike" kern="1200" cap="none" spc="0" baseline="0">
                <a:solidFill>
                  <a:schemeClr val="accent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Tools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VS Code, Node.js, XAMPP, Git, GitHub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23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9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456166"/>
      </p:ext>
    </p:extLst>
  </p:cSld>
  <p:clrMapOvr>
    <a:masterClrMapping/>
  </p:clrMapOvr>
</p:sld>
</file>

<file path=ppt/slides/slide10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Advantages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127" name="矩形"/>
          <p:cNvSpPr>
            <a:spLocks/>
          </p:cNvSpPr>
          <p:nvPr/>
        </p:nvSpPr>
        <p:spPr>
          <a:xfrm rot="0">
            <a:off x="457200" y="1280160"/>
            <a:ext cx="4754880" cy="338327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Saves time and fuel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Reduces traffic and queues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Better use of parking space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Fast, paperless and accurate records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128" name="图片" descr="People using a parking booking app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486400" y="1869426"/>
            <a:ext cx="3200400" cy="2113308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129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10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141368"/>
      </p:ext>
    </p:extLst>
  </p:cSld>
  <p:clrMapOvr>
    <a:masterClrMapping/>
  </p:clrMapOvr>
</p:sld>
</file>

<file path=ppt/slides/slide11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Future Scope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133" name="矩形"/>
          <p:cNvSpPr>
            <a:spLocks/>
          </p:cNvSpPr>
          <p:nvPr/>
        </p:nvSpPr>
        <p:spPr>
          <a:xfrm rot="0">
            <a:off x="457200" y="1280160"/>
            <a:ext cx="4754880" cy="3383279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Mobile app with live navigation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QR code entry and exit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Sensor / camera based slot detection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  <a:p>
            <a:pPr marL="342900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Tx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Online wallet and UPI payments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134" name="图片" descr="Phone map and parking lot with cars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486400" y="1798782"/>
            <a:ext cx="3200400" cy="2254595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135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11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616806"/>
      </p:ext>
    </p:extLst>
  </p:cSld>
  <p:clrMapOvr>
    <a:masterClrMapping/>
  </p:clrMapOvr>
</p:sld>
</file>

<file path=ppt/slides/slide12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文本框"/>
          <p:cNvSpPr>
            <a:spLocks noGrp="1"/>
          </p:cNvSpPr>
          <p:nvPr>
            <p:ph type="title"/>
          </p:nvPr>
        </p:nvSpPr>
        <p:spPr>
          <a:xfrm rot="0">
            <a:off x="457200" y="274320"/>
            <a:ext cx="8229600" cy="77724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800" b="1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等线 Light" pitchFamily="0" charset="0"/>
                <a:cs typeface="Lucida Sans"/>
              </a:rPr>
              <a:t>Conclusion</a:t>
            </a:r>
            <a:endParaRPr lang="zh-CN" altLang="en-US" sz="3800" b="1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等线 Light" pitchFamily="0" charset="0"/>
              <a:cs typeface="Lucida Sans"/>
            </a:endParaRPr>
          </a:p>
        </p:txBody>
      </p:sp>
      <p:sp>
        <p:nvSpPr>
          <p:cNvPr id="139" name="矩形"/>
          <p:cNvSpPr>
            <a:spLocks/>
          </p:cNvSpPr>
          <p:nvPr/>
        </p:nvSpPr>
        <p:spPr>
          <a:xfrm rot="0">
            <a:off x="457200" y="1371600"/>
            <a:ext cx="4754880" cy="310896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600" b="0" i="0" u="none" strike="noStrike" kern="1200" cap="none" spc="0" baseline="0">
                <a:solidFill>
                  <a:schemeClr val="tx1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The Parking Reservation System makes parking simple, fast and organised. It saves time, reduces congestion and helps build smarter, greener cities.</a:t>
            </a: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pic>
        <p:nvPicPr>
          <p:cNvPr id="140" name="图片" descr="Hand holding phone with parking map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5819262" y="1280160"/>
            <a:ext cx="2534676" cy="3291840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141" name="文本框"/>
          <p:cNvSpPr>
            <a:spLocks noGrp="1"/>
          </p:cNvSpPr>
          <p:nvPr>
            <p:ph type="sldNum"/>
          </p:nvPr>
        </p:nvSpPr>
        <p:spPr>
          <a:xfrm rot="0">
            <a:off x="8412480" y="4800600"/>
            <a:ext cx="800000" cy="299999"/>
          </a:xfrm>
          <a:prstGeom prst="rect"/>
          <a:noFill/>
          <a:ln cmpd="sng" cap="flat">
            <a:noFill/>
            <a:prstDash val="solid"/>
            <a:miter/>
          </a:ln>
        </p:spPr>
        <p:txBody>
          <a:bodyPr vert="horz" wrap="none" lIns="91440" tIns="45720" rIns="91440" bIns="45720" anchor="t" anchorCtr="0">
            <a:prstTxWarp prst="textNoShape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chemeClr val="tx2"/>
                </a:solidFill>
                <a:latin typeface="Times New Roman" pitchFamily="0" charset="0"/>
                <a:ea typeface="Times New Roman" pitchFamily="0" charset="0"/>
                <a:cs typeface="Times New Roman" pitchFamily="0" charset="0"/>
              </a:rPr>
              <a:t>12</a:t>
            </a:fld>
            <a:endParaRPr lang="zh-CN" altLang="en-US" sz="1400" b="0" i="0" u="none" strike="noStrike" kern="1200" cap="none" spc="0" baseline="0">
              <a:solidFill>
                <a:schemeClr val="tx2"/>
              </a:solidFill>
              <a:latin typeface="Times New Roman" pitchFamily="0" charset="0"/>
              <a:ea typeface="Times New Roman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1328018"/>
      </p:ext>
    </p:extLst>
  </p:cSld>
  <p:clrMapOvr>
    <a:masterClrMapping/>
  </p:clrMapOvr>
</p:sld>
</file>

<file path=ppt/slides/slide13.xml><?xml version="1.0" encoding="utf-8"?>
<p:sld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174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图片" descr="Green meadow and blue sky"/>
          <p:cNvPicPr>
            <a:picLocks noChangeAspect="1"/>
          </p:cNvPicPr>
          <p:nvPr/>
        </p:nvPicPr>
        <p:blipFill>
          <a:blip r:embed="rId1" cstate="print"/>
          <a:stretch>
            <a:fillRect/>
          </a:stretch>
        </p:blipFill>
        <p:spPr>
          <a:xfrm rot="0">
            <a:off x="0" y="0"/>
            <a:ext cx="9144000" cy="5143500"/>
          </a:xfrm>
          <a:prstGeom prst="rect"/>
          <a:noFill/>
          <a:ln w="12700" cmpd="sng" cap="flat">
            <a:noFill/>
            <a:prstDash val="solid"/>
            <a:miter/>
          </a:ln>
        </p:spPr>
      </p:pic>
      <p:sp>
        <p:nvSpPr>
          <p:cNvPr id="145" name="矩形"/>
          <p:cNvSpPr>
            <a:spLocks/>
          </p:cNvSpPr>
          <p:nvPr/>
        </p:nvSpPr>
        <p:spPr>
          <a:xfrm rot="0">
            <a:off x="0" y="0"/>
            <a:ext cx="9144000" cy="5143500"/>
          </a:xfrm>
          <a:prstGeom prst="rect"/>
          <a:solidFill>
            <a:srgbClr val="0B2616">
              <a:alpha val="55000"/>
            </a:srgbClr>
          </a:solidFill>
          <a:ln w="12700" cmpd="sng" cap="flat">
            <a:noFill/>
            <a:prstDash val="solid"/>
            <a:miter/>
          </a:ln>
        </p:spPr>
      </p:sp>
      <p:sp>
        <p:nvSpPr>
          <p:cNvPr id="146" name="矩形"/>
          <p:cNvSpPr>
            <a:spLocks/>
          </p:cNvSpPr>
          <p:nvPr/>
        </p:nvSpPr>
        <p:spPr>
          <a:xfrm rot="0">
            <a:off x="457200" y="1554480"/>
            <a:ext cx="8229600" cy="118872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6000" b="1" i="0" u="none" strike="noStrike" kern="1200" cap="none" spc="0" baseline="0">
                <a:solidFill>
                  <a:srgbClr val="FFFFFF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THANK YOU</a:t>
            </a:r>
            <a:endParaRPr lang="zh-CN" altLang="en-US" sz="60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  <p:sp>
        <p:nvSpPr>
          <p:cNvPr id="147" name="矩形"/>
          <p:cNvSpPr>
            <a:spLocks/>
          </p:cNvSpPr>
          <p:nvPr/>
        </p:nvSpPr>
        <p:spPr>
          <a:xfrm rot="0">
            <a:off x="457200" y="2834640"/>
            <a:ext cx="8229600" cy="731520"/>
          </a:xfrm>
          <a:prstGeom prst="rect"/>
          <a:noFill/>
          <a:ln w="12700" cmpd="sng" cap="flat">
            <a:noFill/>
            <a:prstDash val="solid"/>
            <a:miter/>
          </a:ln>
        </p:spPr>
        <p:txBody>
          <a:bodyPr vert="horz" wrap="square" lIns="0" tIns="0" rIns="0" bIns="0" anchor="ctr" anchorCtr="0">
            <a:prstTxWarp prst="textNoShape"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200" b="0" i="1" u="none" strike="noStrike" kern="1200" cap="none" spc="0" baseline="0">
                <a:solidFill>
                  <a:srgbClr val="FFD58A"/>
                </a:solidFill>
                <a:latin typeface="Times New Roman" pitchFamily="0" charset="0"/>
                <a:ea typeface="等线" pitchFamily="0" charset="0"/>
                <a:cs typeface="Times New Roman" pitchFamily="0" charset="0"/>
              </a:rPr>
              <a:t>Any Questions?</a:t>
            </a:r>
            <a:endParaRPr lang="zh-CN" altLang="en-US" sz="3200" b="0" i="0" u="none" strike="noStrike" kern="1200" cap="none" spc="0" baseline="0">
              <a:solidFill>
                <a:schemeClr val="tx1"/>
              </a:solidFill>
              <a:latin typeface="Times New Roman" pitchFamily="0" charset="0"/>
              <a:ea typeface="等线" pitchFamily="0" charset="0"/>
              <a:cs typeface="Times New Roman" pitchFamily="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3079529"/>
      </p:ext>
    </p:extLst>
  </p:cSld>
  <p:clrMapOvr>
    <a:masterClrMapping/>
  </p:clrMapOvr>
</p:sld>
</file>

<file path=ppt/theme/theme1.xml><?xml version="1.0" encoding="utf-8"?>
<a:theme xmlns:a="http://schemas.openxmlformats.org/drawingml/2006/main" name="Parking Green">
  <a:themeElements>
    <a:clrScheme name="Parking Green">
      <a:dk1>
        <a:srgbClr val="1B1B1B"/>
      </a:dk1>
      <a:lt1>
        <a:srgbClr val="FFFFFF"/>
      </a:lt1>
      <a:dk2>
        <a:srgbClr val="17402A"/>
      </a:dk2>
      <a:lt2>
        <a:srgbClr val="EAF3E6"/>
      </a:lt2>
      <a:accent1>
        <a:srgbClr val="2E7D32"/>
      </a:accent1>
      <a:accent2>
        <a:srgbClr val="E8962E"/>
      </a:accent2>
      <a:accent3>
        <a:srgbClr val="1F6F8B"/>
      </a:accent3>
      <a:accent4>
        <a:srgbClr val="8BC34A"/>
      </a:accent4>
      <a:accent5>
        <a:srgbClr val="6D4C41"/>
      </a:accent5>
      <a:accent6>
        <a:srgbClr val="C0392B"/>
      </a:accent6>
      <a:hlink>
        <a:srgbClr val="1F6F8B"/>
      </a:hlink>
      <a:folHlink>
        <a:srgbClr val="6D4C41"/>
      </a:folHlink>
    </a:clrScheme>
    <a:fontScheme name="Parking Green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Parking Green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</a:theme>
</file>

<file path=ppt/theme/theme2.xml><?xml version="1.0" encoding="utf-8"?>
<a:theme xmlns:a="http://schemas.openxmlformats.org/drawingml/2006/main" name="notesMaster1">
  <a:themeElements>
    <a:clrScheme name="notesMaster1">
      <a:dk1>
        <a:srgbClr val="1B1B1B"/>
      </a:dk1>
      <a:lt1>
        <a:srgbClr val="FFFFFF"/>
      </a:lt1>
      <a:dk2>
        <a:srgbClr val="17402A"/>
      </a:dk2>
      <a:lt2>
        <a:srgbClr val="EAF3E6"/>
      </a:lt2>
      <a:accent1>
        <a:srgbClr val="2E7D32"/>
      </a:accent1>
      <a:accent2>
        <a:srgbClr val="E8962E"/>
      </a:accent2>
      <a:accent3>
        <a:srgbClr val="1F6F8B"/>
      </a:accent3>
      <a:accent4>
        <a:srgbClr val="8BC34A"/>
      </a:accent4>
      <a:accent5>
        <a:srgbClr val="6D4C41"/>
      </a:accent5>
      <a:accent6>
        <a:srgbClr val="C0392B"/>
      </a:accent6>
      <a:hlink>
        <a:srgbClr val="1F6F8B"/>
      </a:hlink>
      <a:folHlink>
        <a:srgbClr val="6D4C41"/>
      </a:folHlink>
    </a:clrScheme>
    <a:fontScheme name="notesMaster1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notesMaster1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</a:theme>
</file>

<file path=docProps/app.xml><?xml version="1.0" encoding="utf-8"?>
<Properties xmlns="http://schemas.openxmlformats.org/officeDocument/2006/extended-properties">
  <Template>Normal.eit</Template>
  <TotalTime>0</TotalTime>
  <Application>Yozo_Office</Applicat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Parking Reservation System</dc:title>
  <dc:subject>PptxGenJS Presentation</dc:subject>
  <dc:creator>PptxGenJS</dc:creator>
  <cp:lastModifiedBy>root</cp:lastModifiedBy>
  <cp:revision>1</cp:revision>
  <dcterms:created xsi:type="dcterms:W3CDTF">2026-10-28T14:51:56Z</dcterms:created>
  <dcterms:modified xsi:type="dcterms:W3CDTF">2026-10-28T23:27:15Z</dcterms:modified>
</cp:coreProperties>
</file>