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1.jpg" ContentType="image/jpg"/>
  <Override PartName="/ppt/media/image-12-1.jpg" ContentType="image/jpg"/>
  <Override PartName="/ppt/media/image-2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0"/>
    <p:sldId id="262" r:id="rId8"/>
    <p:sldId id="263" r:id="rId9"/>
    <p:sldId id="261" r:id="rId7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2e4eb32-0e60-4b67-8212-ead5ef4e8908}">
          <p14:sldIdLst>
            <p14:sldId id="256"/>
            <p14:sldId id="257"/>
          </p14:sldIdLst>
        </p14:section>
        <p14:section name="Problem and Solution" id="{4a916dfe-df5a-7871-6666-a891bca7b8ff}">
          <p14:sldIdLst>
            <p14:sldId id="258"/>
            <p14:sldId id="259"/>
            <p14:sldId id="260"/>
            <p14:sldId id="261"/>
          </p14:sldIdLst>
        </p14:section>
        <p14:section name="Design" id="{991d3c34-3482-244b-2a09-2f4842a0be61}">
          <p14:sldIdLst>
            <p14:sldId id="262"/>
            <p14:sldId id="263"/>
            <p14:sldId id="264"/>
          </p14:sldIdLst>
        </p14:section>
        <p14:section name="Wrap Up" id="{8ebbf4d5-0f2e-f8d8-cec7-a306557a371f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rs parked in a lot under trees at sun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616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PARKING RESERVATION SYSTEM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Smart Parking · Easy Booking · Less Waiting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Team Members</a:t>
            </a:r>
            <a:endParaRPr lang="en-US" sz="3800" dirty="0"/>
          </a:p>
        </p:txBody>
      </p:sp>
      <p:sp>
        <p:nvSpPr>
          <p:cNvPr id="3" name="Card 1"/>
          <p:cNvSpPr/>
          <p:nvPr/>
        </p:nvSpPr>
        <p:spPr>
          <a:xfrm>
            <a:off x="457200" y="1234440"/>
            <a:ext cx="51206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V. TARUNI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2344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24KB1A05MZ</a:t>
            </a:r>
            <a:endParaRPr lang="en-US" sz="2200" dirty="0"/>
          </a:p>
        </p:txBody>
      </p:sp>
      <p:sp>
        <p:nvSpPr>
          <p:cNvPr id="6" name="Card 2"/>
          <p:cNvSpPr/>
          <p:nvPr/>
        </p:nvSpPr>
        <p:spPr>
          <a:xfrm>
            <a:off x="457200" y="1947672"/>
            <a:ext cx="51206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476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V. SRIJA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476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24KB1A05MP</a:t>
            </a:r>
            <a:endParaRPr lang="en-US" sz="2200" dirty="0"/>
          </a:p>
        </p:txBody>
      </p:sp>
      <p:sp>
        <p:nvSpPr>
          <p:cNvPr id="9" name="Card 3"/>
          <p:cNvSpPr/>
          <p:nvPr/>
        </p:nvSpPr>
        <p:spPr>
          <a:xfrm>
            <a:off x="457200" y="2660904"/>
            <a:ext cx="51206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609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G. NIKHITHA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6609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24KB1A05G6</a:t>
            </a:r>
            <a:endParaRPr lang="en-US" sz="2200" dirty="0"/>
          </a:p>
        </p:txBody>
      </p:sp>
      <p:sp>
        <p:nvSpPr>
          <p:cNvPr id="12" name="Card 4"/>
          <p:cNvSpPr/>
          <p:nvPr/>
        </p:nvSpPr>
        <p:spPr>
          <a:xfrm>
            <a:off x="457200" y="3374136"/>
            <a:ext cx="51206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741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T. TEJASRI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3741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24KB1A05LF</a:t>
            </a:r>
            <a:endParaRPr lang="en-US" sz="2200" dirty="0"/>
          </a:p>
        </p:txBody>
      </p:sp>
      <p:sp>
        <p:nvSpPr>
          <p:cNvPr id="15" name="Card 5"/>
          <p:cNvSpPr/>
          <p:nvPr/>
        </p:nvSpPr>
        <p:spPr>
          <a:xfrm>
            <a:off x="457200" y="4087368"/>
            <a:ext cx="51206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873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CH. RUCHITHA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0873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24KB1A0594</a:t>
            </a:r>
            <a:endParaRPr lang="en-US" sz="2200" dirty="0"/>
          </a:p>
        </p:txBody>
      </p:sp>
      <p:pic>
        <p:nvPicPr>
          <p:cNvPr id="18" name="Image 0" descr="Hand holding phone with parking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6938" y="1234440"/>
            <a:ext cx="2605084" cy="3383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Introduction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 spaces are limited, vehicles keep growing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Drivers waste time and fuel searching for a slot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 Reservation System lets users book a slot in advance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web application for users and admin</a:t>
            </a:r>
            <a:endParaRPr lang="en-US" sz="2400" dirty="0"/>
          </a:p>
        </p:txBody>
      </p:sp>
      <p:pic>
        <p:nvPicPr>
          <p:cNvPr id="4" name="Image 0" descr="Phone map and parking lot with c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98783"/>
            <a:ext cx="3200400" cy="2254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Problem Statement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way to know slot availability before arriving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queues and traffic near parking areas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record keeping causes errors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advance booking or online payment</a:t>
            </a:r>
            <a:endParaRPr lang="en-US" sz="2400" dirty="0"/>
          </a:p>
        </p:txBody>
      </p:sp>
      <p:pic>
        <p:nvPicPr>
          <p:cNvPr id="4" name="Image 0" descr="Hand holding phone with parking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62" y="1280160"/>
            <a:ext cx="2534676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Objectives</a:t>
            </a:r>
            <a:endParaRPr lang="en-US" sz="38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371600"/>
            <a:ext cx="393192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630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Book a parking slot online</a:t>
            </a:r>
            <a:endParaRPr lang="en-US" sz="2400" dirty="0"/>
          </a:p>
        </p:txBody>
      </p:sp>
      <p:sp>
        <p:nvSpPr>
          <p:cNvPr id="7" name="Objective card 2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8" name="Number 2"/>
          <p:cNvSpPr/>
          <p:nvPr/>
        </p:nvSpPr>
        <p:spPr>
          <a:xfrm>
            <a:off x="484632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4630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Show real-time slot availability</a:t>
            </a:r>
            <a:endParaRPr lang="en-US" sz="2400" dirty="0"/>
          </a:p>
        </p:txBody>
      </p:sp>
      <p:sp>
        <p:nvSpPr>
          <p:cNvPr id="11" name="Objective card 3"/>
          <p:cNvSpPr/>
          <p:nvPr/>
        </p:nvSpPr>
        <p:spPr>
          <a:xfrm>
            <a:off x="457200" y="3017520"/>
            <a:ext cx="393192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/>
          <p:nvPr/>
        </p:nvSpPr>
        <p:spPr>
          <a:xfrm>
            <a:off x="640080" y="3383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1089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Reduce time and fuel wasted</a:t>
            </a:r>
            <a:endParaRPr lang="en-US" sz="2400" dirty="0"/>
          </a:p>
        </p:txBody>
      </p:sp>
      <p:sp>
        <p:nvSpPr>
          <p:cNvPr id="15" name="Objective card 4"/>
          <p:cNvSpPr/>
          <p:nvPr/>
        </p:nvSpPr>
        <p:spPr>
          <a:xfrm>
            <a:off x="4663440" y="3017520"/>
            <a:ext cx="393192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6" name="Number 4"/>
          <p:cNvSpPr/>
          <p:nvPr/>
        </p:nvSpPr>
        <p:spPr>
          <a:xfrm>
            <a:off x="4846320" y="3383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1089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Automate records and billing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Existing vs Proposed System</a:t>
            </a:r>
            <a:endParaRPr lang="en-US" sz="3800" dirty="0"/>
          </a:p>
        </p:txBody>
      </p:sp>
      <p:sp>
        <p:nvSpPr>
          <p:cNvPr id="3" name="Existing System header"/>
          <p:cNvSpPr/>
          <p:nvPr/>
        </p:nvSpPr>
        <p:spPr>
          <a:xfrm>
            <a:off x="457200" y="1280160"/>
            <a:ext cx="3931920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Existing System</a:t>
            </a:r>
            <a:endParaRPr lang="en-US" sz="2800" dirty="0"/>
          </a:p>
        </p:txBody>
      </p:sp>
      <p:sp>
        <p:nvSpPr>
          <p:cNvPr id="5" name="Existing System body"/>
          <p:cNvSpPr/>
          <p:nvPr/>
        </p:nvSpPr>
        <p:spPr>
          <a:xfrm>
            <a:off x="457200" y="2057400"/>
            <a:ext cx="393192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entry, paper records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advance booking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Slot search takes time</a:t>
            </a:r>
            <a:endParaRPr lang="en-US" sz="2400" dirty="0"/>
          </a:p>
        </p:txBody>
      </p:sp>
      <p:sp>
        <p:nvSpPr>
          <p:cNvPr id="7" name="Proposed System header"/>
          <p:cNvSpPr/>
          <p:nvPr/>
        </p:nvSpPr>
        <p:spPr>
          <a:xfrm>
            <a:off x="4663440" y="1280160"/>
            <a:ext cx="393192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280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Proposed System</a:t>
            </a:r>
            <a:endParaRPr lang="en-US" sz="2800" dirty="0"/>
          </a:p>
        </p:txBody>
      </p:sp>
      <p:sp>
        <p:nvSpPr>
          <p:cNvPr id="9" name="Proposed System body"/>
          <p:cNvSpPr/>
          <p:nvPr/>
        </p:nvSpPr>
        <p:spPr>
          <a:xfrm>
            <a:off x="4663440" y="2057400"/>
            <a:ext cx="393192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slot reservation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availability status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fee and records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Modules</a:t>
            </a:r>
            <a:endParaRPr lang="en-US" sz="3800" dirty="0"/>
          </a:p>
        </p:txBody>
      </p:sp>
      <p:sp>
        <p:nvSpPr>
          <p:cNvPr id="3" name="User Module"/>
          <p:cNvSpPr/>
          <p:nvPr/>
        </p:nvSpPr>
        <p:spPr>
          <a:xfrm>
            <a:off x="457200" y="128016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User Module: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Register, login, search and book slots</a:t>
            </a:r>
            <a:endParaRPr lang="en-US" sz="2000" dirty="0"/>
          </a:p>
        </p:txBody>
      </p:sp>
      <p:sp>
        <p:nvSpPr>
          <p:cNvPr id="5" name="Admin Module"/>
          <p:cNvSpPr/>
          <p:nvPr/>
        </p:nvSpPr>
        <p:spPr>
          <a:xfrm>
            <a:off x="457200" y="214884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48840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Admin Module: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Add slots, manage users and bookings</a:t>
            </a:r>
            <a:endParaRPr lang="en-US" sz="2000" dirty="0"/>
          </a:p>
        </p:txBody>
      </p:sp>
      <p:sp>
        <p:nvSpPr>
          <p:cNvPr id="7" name="Payment Module"/>
          <p:cNvSpPr/>
          <p:nvPr/>
        </p:nvSpPr>
        <p:spPr>
          <a:xfrm>
            <a:off x="457200" y="301752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017520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Payment Module: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Calculate fee, confirm payment</a:t>
            </a:r>
            <a:endParaRPr lang="en-US" sz="2000" dirty="0"/>
          </a:p>
        </p:txBody>
      </p:sp>
      <p:sp>
        <p:nvSpPr>
          <p:cNvPr id="9" name="Reports Module"/>
          <p:cNvSpPr/>
          <p:nvPr/>
        </p:nvSpPr>
        <p:spPr>
          <a:xfrm>
            <a:off x="457200" y="38862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886200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Reports Module: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Booking history and usage reports</a:t>
            </a:r>
            <a:endParaRPr lang="en-US" sz="2000" dirty="0"/>
          </a:p>
        </p:txBody>
      </p:sp>
      <p:pic>
        <p:nvPicPr>
          <p:cNvPr id="11" name="Image 0" descr="People using a parking booking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103617"/>
            <a:ext cx="2560320" cy="16906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How It Works</a:t>
            </a:r>
            <a:endParaRPr lang="en-US" sz="3800" dirty="0"/>
          </a:p>
        </p:txBody>
      </p:sp>
      <p:sp>
        <p:nvSpPr>
          <p:cNvPr id="3" name="Step 1"/>
          <p:cNvSpPr/>
          <p:nvPr/>
        </p:nvSpPr>
        <p:spPr>
          <a:xfrm>
            <a:off x="365760" y="1554480"/>
            <a:ext cx="1508760" cy="155448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55448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8A"/>
                </a:solidFill>
              </a:rPr>
              <a:t>1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Register / Login</a:t>
            </a:r>
            <a:endParaRPr lang="en-US" sz="3400" dirty="0"/>
          </a:p>
        </p:txBody>
      </p:sp>
      <p:sp>
        <p:nvSpPr>
          <p:cNvPr id="5" name="Arrow 1"/>
          <p:cNvSpPr/>
          <p:nvPr/>
        </p:nvSpPr>
        <p:spPr>
          <a:xfrm>
            <a:off x="1883664" y="2148840"/>
            <a:ext cx="18288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Step 2"/>
          <p:cNvSpPr/>
          <p:nvPr/>
        </p:nvSpPr>
        <p:spPr>
          <a:xfrm>
            <a:off x="2084832" y="1554480"/>
            <a:ext cx="1508760" cy="155448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84832" y="155448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8A"/>
                </a:solidFill>
              </a:rPr>
              <a:t>2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Search Slot</a:t>
            </a:r>
            <a:endParaRPr lang="en-US" sz="3400" dirty="0"/>
          </a:p>
        </p:txBody>
      </p:sp>
      <p:sp>
        <p:nvSpPr>
          <p:cNvPr id="8" name="Arrow 2"/>
          <p:cNvSpPr/>
          <p:nvPr/>
        </p:nvSpPr>
        <p:spPr>
          <a:xfrm>
            <a:off x="3602736" y="2148840"/>
            <a:ext cx="18288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Step 3"/>
          <p:cNvSpPr/>
          <p:nvPr/>
        </p:nvSpPr>
        <p:spPr>
          <a:xfrm>
            <a:off x="3803904" y="1554480"/>
            <a:ext cx="1508760" cy="155448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03904" y="155448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8A"/>
                </a:solidFill>
              </a:rPr>
              <a:t>3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Select Date &amp; Time</a:t>
            </a:r>
            <a:endParaRPr lang="en-US" sz="3400" dirty="0"/>
          </a:p>
        </p:txBody>
      </p:sp>
      <p:sp>
        <p:nvSpPr>
          <p:cNvPr id="11" name="Arrow 3"/>
          <p:cNvSpPr/>
          <p:nvPr/>
        </p:nvSpPr>
        <p:spPr>
          <a:xfrm>
            <a:off x="5321808" y="2148840"/>
            <a:ext cx="18288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Step 4"/>
          <p:cNvSpPr/>
          <p:nvPr/>
        </p:nvSpPr>
        <p:spPr>
          <a:xfrm>
            <a:off x="5522976" y="1554480"/>
            <a:ext cx="1508760" cy="155448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22976" y="155448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8A"/>
                </a:solidFill>
              </a:rPr>
              <a:t>4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Pay &amp; Confirm</a:t>
            </a:r>
            <a:endParaRPr lang="en-US" sz="3400" dirty="0"/>
          </a:p>
        </p:txBody>
      </p:sp>
      <p:sp>
        <p:nvSpPr>
          <p:cNvPr id="14" name="Arrow 4"/>
          <p:cNvSpPr/>
          <p:nvPr/>
        </p:nvSpPr>
        <p:spPr>
          <a:xfrm>
            <a:off x="7040880" y="2148840"/>
            <a:ext cx="18288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Step 5"/>
          <p:cNvSpPr/>
          <p:nvPr/>
        </p:nvSpPr>
        <p:spPr>
          <a:xfrm>
            <a:off x="7242048" y="1554480"/>
            <a:ext cx="1508760" cy="155448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42048" y="155448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8A"/>
                </a:solidFill>
              </a:rPr>
              <a:t>5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Park &amp; Exit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Users reserve in advance and arrive straight to their slot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Technologies Used</a:t>
            </a:r>
            <a:endParaRPr lang="en-US" sz="3800" dirty="0"/>
          </a:p>
        </p:txBody>
      </p:sp>
      <p:sp>
        <p:nvSpPr>
          <p:cNvPr id="3" name="Front End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Front End</a:t>
            </a:r>
            <a:endParaRPr lang="en-US" sz="26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React.js</a:t>
            </a:r>
            <a:endParaRPr lang="en-US" sz="2600" dirty="0"/>
          </a:p>
        </p:txBody>
      </p:sp>
      <p:sp>
        <p:nvSpPr>
          <p:cNvPr id="5" name="Back End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92040" y="1325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Back End</a:t>
            </a:r>
            <a:endParaRPr lang="en-US" sz="26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Node.js</a:t>
            </a:r>
            <a:endParaRPr lang="en-US" sz="2600" dirty="0"/>
          </a:p>
        </p:txBody>
      </p:sp>
      <p:sp>
        <p:nvSpPr>
          <p:cNvPr id="7" name="Database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0175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Database</a:t>
            </a:r>
            <a:endParaRPr lang="en-US" sz="26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MySQL</a:t>
            </a:r>
            <a:endParaRPr lang="en-US" sz="2600" dirty="0"/>
          </a:p>
        </p:txBody>
      </p:sp>
      <p:sp>
        <p:nvSpPr>
          <p:cNvPr id="9" name="Tools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30175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Tools</a:t>
            </a:r>
            <a:endParaRPr lang="en-US" sz="26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VS Code, Node.js, XAMPP, Git, GitHub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Advantages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time and fuel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traffic and queues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use of parking space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Fast, paperless and accurate records</a:t>
            </a:r>
            <a:endParaRPr lang="en-US" sz="2400" dirty="0"/>
          </a:p>
        </p:txBody>
      </p:sp>
      <p:pic>
        <p:nvPicPr>
          <p:cNvPr id="4" name="Image 0" descr="People using a parking booking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69426"/>
            <a:ext cx="3200400" cy="2113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Future Scope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 with live navigation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QR code entry and exit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/ camera based slot detection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wallet and UPI payments</a:t>
            </a:r>
            <a:endParaRPr lang="en-US" sz="2400" dirty="0"/>
          </a:p>
        </p:txBody>
      </p:sp>
      <p:pic>
        <p:nvPicPr>
          <p:cNvPr id="4" name="Image 0" descr="Phone map and parking lot with c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98783"/>
            <a:ext cx="3200400" cy="2254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The Parking Reservation System makes parking simple, fast and organised. It saves time, reduces congestion and helps build smarter, greener cities.</a:t>
            </a:r>
            <a:endParaRPr lang="en-US" sz="2600" dirty="0"/>
          </a:p>
        </p:txBody>
      </p:sp>
      <p:pic>
        <p:nvPicPr>
          <p:cNvPr id="4" name="Image 0" descr="Hand holding phone with parking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62" y="1280160"/>
            <a:ext cx="2534676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een meadow and blue sk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616">
              <a:alpha val="5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D58A"/>
                </a:solidFill>
              </a:rPr>
              <a:t>Any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ing Green">
  <a:themeElements>
    <a:clrScheme name="Parking Green">
      <a:dk1>
        <a:srgbClr val="1B1B1B"/>
      </a:dk1>
      <a:lt1>
        <a:srgbClr val="FFFFFF"/>
      </a:lt1>
      <a:dk2>
        <a:srgbClr val="17402A"/>
      </a:dk2>
      <a:lt2>
        <a:srgbClr val="EAF3E6"/>
      </a:lt2>
      <a:accent1>
        <a:srgbClr val="2E7D32"/>
      </a:accent1>
      <a:accent2>
        <a:srgbClr val="E8962E"/>
      </a:accent2>
      <a:accent3>
        <a:srgbClr val="1F6F8B"/>
      </a:accent3>
      <a:accent4>
        <a:srgbClr val="8BC34A"/>
      </a:accent4>
      <a:accent5>
        <a:srgbClr val="6D4C41"/>
      </a:accent5>
      <a:accent6>
        <a:srgbClr val="C0392B"/>
      </a:accent6>
      <a:hlink>
        <a:srgbClr val="1F6F8B"/>
      </a:hlink>
      <a:folHlink>
        <a:srgbClr val="6D4C41"/>
      </a:folHlink>
    </a:clrScheme>
    <a:fontScheme name="Parking Gree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Reservation System</dc:title>
  <dc:subject>PptxGenJS Presentation</dc:subject>
  <dc:creator>PptxGenJS</dc:creator>
  <cp:lastModifiedBy>PptxGenJS</cp:lastModifiedBy>
  <cp:revision>1</cp:revision>
  <dcterms:created xsi:type="dcterms:W3CDTF">2026-10-28T14:51:56Z</dcterms:created>
  <dcterms:modified xsi:type="dcterms:W3CDTF">2026-10-28T14:51:56Z</dcterms:modified>
</cp:coreProperties>
</file>